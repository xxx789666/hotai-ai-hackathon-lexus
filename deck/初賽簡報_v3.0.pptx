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大綱列出七個章節與頁碼，並標示兩大產出各落在哪幾頁。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七個章節、兩大產出，對照頁碼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  補充資料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人工核准後才投遞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556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1996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19–24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不計入內容頁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術語、圖表、話術與門檻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1155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75688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071" y="987552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1" y="1024128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1" y="1706880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1" y="1743456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1" y="2426208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2462784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163824"/>
            <a:ext cx="11356848" cy="325526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00400"/>
            <a:ext cx="11137392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0352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7200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73659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773168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303520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541264"/>
            <a:ext cx="11100816" cy="51206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559551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926080"/>
            <a:ext cx="11356848" cy="60350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962656"/>
            <a:ext cx="111373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02736"/>
            <a:ext cx="1113739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pic>
        <p:nvPicPr>
          <p:cNvPr id="12" name="Picture 11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005072"/>
            <a:ext cx="11356848" cy="2271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11356848" cy="43324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9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5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8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6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43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9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312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970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1874" y="5365678"/>
            <a:ext cx="1355598" cy="66936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8450" y="5402254"/>
            <a:ext cx="1300734" cy="61449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6089903"/>
            <a:ext cx="11356848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108191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322576"/>
            <a:ext cx="11356848" cy="320556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998464"/>
            <a:ext cx="11356848" cy="4206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03504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56" y="987552"/>
            <a:ext cx="9747183" cy="2240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282696"/>
            <a:ext cx="11356848" cy="4389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1927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776472"/>
          <a:ext cx="11356848" cy="22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53327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138928"/>
            <a:ext cx="11356848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1111910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066544"/>
            <a:ext cx="5623560" cy="530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03120"/>
            <a:ext cx="5394960" cy="4571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6093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042416"/>
            <a:ext cx="5230368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157984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57984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19456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5791" y="2157984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1" y="2194560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3433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3091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2748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240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94959"/>
            <a:ext cx="11356848" cy="10241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49823"/>
            <a:ext cx="1115568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493008"/>
          <a:ext cx="11356848" cy="292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705855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779007"/>
            <a:ext cx="1106424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55648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10512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523744"/>
            <a:ext cx="48920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78608"/>
            <a:ext cx="469087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584448"/>
            <a:ext cx="489204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639312"/>
            <a:ext cx="4690872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4334256"/>
            <a:ext cx="489204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389120"/>
            <a:ext cx="4690872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965960"/>
                <a:gridCol w="2880360"/>
                <a:gridCol w="777240"/>
              </a:tblGrid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3533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月重評 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63055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44" y="987552"/>
            <a:ext cx="10163206" cy="3877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4937759"/>
            <a:ext cx="11356848" cy="32918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4956047"/>
            <a:ext cx="1117396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21807"/>
            <a:ext cx="393192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496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論壇發言者流失率。　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0" y="3621024"/>
            <a:ext cx="11000815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發言者風險分布。　高風險發言者 1,049 人（16.4%）；約八成在低風險。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校準曲線。　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6" y="3621024"/>
            <a:ext cx="10551802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季趨勢預警。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