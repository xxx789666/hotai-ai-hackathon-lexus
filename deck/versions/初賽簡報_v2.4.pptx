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定 78 字門檻，上游已去掉 15,182 句重複。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兩個迴路：洞察每天進報告池，關懷由客訴結案等事件觸發，審核後才投遞。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 用規則定義。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位在找出口，多數沒抱怨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862072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三站差異顯著（χ²=99.5）。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母體為論壇發言者。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987552"/>
            <a:ext cx="6080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三個流失前兆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135331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46304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6712" y="258775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7" y="269748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3822191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393192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流失率最高：零件供應 17.3%、價格 15.0%。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最低：銷售交車 1.4%。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 61%，流失只有 4.7%。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5918454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對應接觸點：待料通知（R5），話術見附錄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去向：一般外廠 736 句、自備料 234、DIY 135。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 62 句，保固內僅 17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定保口述價：原廠 9,000、外廠 3,500。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論壇口述中位數，非公告價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異常值＝超過 78 字的長句，占 7.77%。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91440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4131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分母：高、中風險 1,280 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Persona 為規則定義，每項可回溯原句。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風險分＝模型機率占 6 成＋規則命中占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 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98755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6616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7607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227832"/>
            <a:ext cx="11356848" cy="132588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3385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55955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4754880"/>
            <a:ext cx="11356848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全文與查核見附錄 A3。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客訴結案後 7 天回訪，見附錄 A5。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 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名單一次性產出；16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28416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577840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 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 報告（T10）、本機模型報告（T8）、趨勢報告（T15）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1 次；生成次數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