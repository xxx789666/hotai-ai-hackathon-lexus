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由輿情到回廠：產出一看見誰有風險，產出二經人工核准後關懷。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；Haiku 初篩＋Sonnet／GPT 複核（兩段式標註）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17–23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5544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042416"/>
            <a:ext cx="46634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Mobile01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PTT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Dcard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864" y="1042416"/>
            <a:ext cx="473659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公開輿情能在車主離開原廠之前先辨識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54496"/>
            <a:ext cx="8723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兩份產出，一個閉環：每日洞察 → 人工核准的關懷 → 結果回寫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456" y="6254496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各章節頁碼見第 2 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944368"/>
            <a:ext cx="384048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12096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公開論壇輿情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816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看見誰有風險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322097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四種客群，過保精算派 511 人</a:t>
            </a:r>
          </a:p>
        </p:txBody>
      </p:sp>
      <p:cxnSp>
        <p:nvCxnSpPr>
          <p:cNvPr id="22" name="chart-sep"/>
          <p:cNvCxnSpPr/>
          <p:nvPr/>
        </p:nvCxnSpPr>
        <p:spPr>
          <a:xfrm>
            <a:off x="2414016" y="371703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32304" y="397535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高風險議題分析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零件等料 17.3%、價格 15.0%</a:t>
            </a:r>
          </a:p>
        </p:txBody>
      </p:sp>
      <p:cxnSp>
        <p:nvCxnSpPr>
          <p:cNvPr id="25" name="chart-sep"/>
          <p:cNvCxnSpPr/>
          <p:nvPr/>
        </p:nvCxnSpPr>
        <p:spPr>
          <a:xfrm>
            <a:off x="2414016" y="447141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432304" y="472973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整體市場輿情洞察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句售後語料，日週季報</a:t>
            </a:r>
          </a:p>
        </p:txBody>
      </p:sp>
      <p:cxnSp>
        <p:nvCxnSpPr>
          <p:cNvPr id="28" name="chart-sep"/>
          <p:cNvCxnSpPr/>
          <p:nvPr/>
        </p:nvCxnSpPr>
        <p:spPr>
          <a:xfrm>
            <a:off x="2414016" y="522579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432304" y="548411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使用的 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本機模型，F1 0.685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1888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5875">
            <a:solidFill>
              <a:srgbClr val="E3A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溝通計畫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對的人、對的時機、說對的話，人工核准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2097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四種客群配三種進廠時機</a:t>
            </a:r>
          </a:p>
        </p:txBody>
      </p:sp>
      <p:cxnSp>
        <p:nvCxnSpPr>
          <p:cNvPr id="36" name="chart-sep"/>
          <p:cNvCxnSpPr/>
          <p:nvPr/>
        </p:nvCxnSpPr>
        <p:spPr>
          <a:xfrm>
            <a:off x="6419088" y="371703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37376" y="397535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則話術對 76 條條款查核</a:t>
            </a:r>
          </a:p>
        </p:txBody>
      </p:sp>
      <p:cxnSp>
        <p:nvCxnSpPr>
          <p:cNvPr id="39" name="chart-sep"/>
          <p:cNvCxnSpPr/>
          <p:nvPr/>
        </p:nvCxnSpPr>
        <p:spPr>
          <a:xfrm>
            <a:off x="6419088" y="447141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37376" y="472973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精準接觸點規劃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三個接觸點＋客訴第 7 天回訪</a:t>
            </a:r>
          </a:p>
        </p:txBody>
      </p:sp>
      <p:cxnSp>
        <p:nvCxnSpPr>
          <p:cNvPr id="42" name="chart-sep"/>
          <p:cNvCxnSpPr/>
          <p:nvPr/>
        </p:nvCxnSpPr>
        <p:spPr>
          <a:xfrm>
            <a:off x="6419088" y="522579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37376" y="548411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方案運作流程圖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雙迴路，人工核准才投遞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66960" y="3794760"/>
            <a:ext cx="274320" cy="40233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9614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點擊・預約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寫回 CRM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回頭校正門檻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63347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27939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34255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368296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258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465576"/>
            <a:ext cx="5760720" cy="2368296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520440"/>
            <a:ext cx="5541264" cy="2258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943600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998464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分數說得出原因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只有一組被資料分開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3749039"/>
          <a:ext cx="11356848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您好，提醒您，愛車保固即將屆滿。新車基本保證為自交車日起4年或120,000公里，以先到者為準。若為2024/1/1起交車的自用車或租賃車，連續準時8次…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1、13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日監控、週收樣本、月重評客群輪廓、季重驗模型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