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摘要先給評審：對象是售後決策者，模型在本機，話術還等目標值。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先講規模感：六個人裡有一個在找出路，而且多數沒有先抱怨。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決策者現在靠客訴才知道流失，我們要用輿情把時間往前拉。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真正送走人的是等料和價格，態度罵很多，人卻還留著。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三站切完是二十三萬句，售後兩萬一千句，遮蔽五百多次、抽查沒漏。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八層從爬文走到接觸點，判斷在自己的顯卡上，資料不用出門。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四種人裡過保精算最多；靜默出走沒有抱怨，分群也單獨撐得住。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高風險七成四真有流失句；輿情訊號怎麼對上 CRM，這格還空著。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兩段式補上漏標，Dcard 換模型複核，重疊句一致率達百分之九十八。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四Ｂ模型只吐機率、不寫句子，八Ｇ顯卡五小時練完，一句零點七秒。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四種人配三種進廠時機，話還沒寫，價格保固只能引用知識庫。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模型與語料做得到；要守住的是樣本偏誤、個資，還有生成亂編。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延遲和Ｆ１已經有現況，業務回廠率與導入週數都還是空格。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程式在私有庫，報告從Ｔ１到Ｔ１１，畫面截圖等決賽再補。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初賽提案簡報（v0，2026-09）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645151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331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決策模型即時給出流失機率與可解釋規則，作者層級高／中／低分級。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【待補：KPI 目標值】</a:t>
                      </a: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（框架：高風險車主關懷觸達率、過保後回廠率、留存率；每句判斷 0.7 秒、零 API 費）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來源：reports/T7_stats_tests.md、reports/T3_residual_split_report.md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8412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 6 位在論壇談 Lexus 售後的車主，就有 1 位已在找出口，而且大多沒有抱怨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26187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0817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126187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4736" y="140817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介於兩者之間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126187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9120" y="140817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作者流失率最低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3136391"/>
            <a:ext cx="11356848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作者層級 χ²=99.5，p&lt;.001（Cramér's V=0.125）。母體是論壇發言者，不是全體車主。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靜默出走：1,671 句流失裡，186 句沒有痛點訊號，只是在找出口。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方案：提早辨識、分成 Persona、在對的接觸點說對的話。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來源：reports/T7_stats_tests.md；圖 F2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售後現在是人走了才知道，公開輿情可以把時間往前拉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6032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0048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 訊號，在離開之前先辨識。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114800"/>
            <a:ext cx="50749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使用者是售後決策者，以及服務廠的客戶關係人員。誤差線是 Wilson 95% CI。</a:t>
            </a:r>
          </a:p>
        </p:txBody>
      </p:sp>
      <p:pic>
        <p:nvPicPr>
          <p:cNvPr id="11" name="Picture 10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4" y="987552"/>
            <a:ext cx="6080760" cy="28503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來源：reports/T7_stats_tests.md；圖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等料和價格才把人送走；態度抱怨很多，人卻很少真的離開</a:t>
            </a:r>
          </a:p>
        </p:txBody>
      </p:sp>
      <p:pic>
        <p:nvPicPr>
          <p:cNvPr id="6" name="Picture 5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17.3%（勝算比 2.58）、價格 15.0%（勝算比 2.64），是流失率最高的兩面向。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 1.4%（勝算比 0.15）最低。分母是全部 21,183 句。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 61%，流失卻只有 4.7%：抱怨多，不等於人會走。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來源：reports/T10_risk_persona_report.md（F3）、專案架構 §0.1、reports/T11_kb_prices_report.md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人主要去一般外廠；過保之後，口述價差把人推出去</a:t>
            </a:r>
          </a:p>
        </p:txBody>
      </p:sp>
      <p:pic>
        <p:nvPicPr>
          <p:cNvPr id="6" name="Picture 5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 736、自備料 234、DIY 135。一句可以多選，母體是 1,671 句流失。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標得到保固狀態的流失句：過保 62，保固內 17。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口述中位，不是定價：定保原廠 9,000 對外廠 3,500；機油 5,000 對 1,950。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來源：題目選擇分析 §6.5、reports/T7_data_quality.md、reports/T7_deid_report.md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三站售後語料已經齊，品質門檻過了，句子也去過識別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4005072"/>
            <a:ext cx="11356848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次。抽查 50 句（seed 42）漏網 0。簡報例句只用去識別版，不出現論壇帳號。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484632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異常值是字數超過 Q3+1.5×IQR 的句子，門檻 78 字，占 7.77%。上游已先去掉 15,182 句重複。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來源：專案架構_2026-09-23.md §2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從蒐集到接觸點都在本機：判斷不用上雲，資料也不出門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33856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蒐集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三站公開論壇已爬完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987552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1133856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前處理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合併、切句、去重，留下售後句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987552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1133856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流失、九面向、替代與車主特徵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987552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133856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決策模型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本機 QLoRA，只輸出各等級機率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3081528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227832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風險辨識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八條規則乘上 r4 的流失機率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081528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3227832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規則指派四種流失樣貌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3081528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3227832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價格與保固只引用官方知識庫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081528"/>
            <a:ext cx="2743200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3227832"/>
            <a:ext cx="2523744" cy="1709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接觸點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審核後投遞，並把 KPI 寫回去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 §6（例句為去識別版）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四種流失樣貌裡，最多的是過保之後還在算價格的人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43200" cy="2788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97280"/>
            <a:ext cx="2560320" cy="2587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987552"/>
            <a:ext cx="2743200" cy="2788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097280"/>
            <a:ext cx="2560320" cy="2587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987552"/>
            <a:ext cx="2743200" cy="2788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097280"/>
            <a:ext cx="2560320" cy="2587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987552"/>
            <a:ext cx="2743200" cy="27889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5712" y="1097280"/>
            <a:ext cx="2560320" cy="258775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3849624"/>
            <a:ext cx="11356848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規則指派，分母是高／中風險 1,280 人。另有未分類 199 人（15.5%）。分群只獨立支持靜默出走者（78% 在同一群）。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 §2；圖 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高風險作者七成四真的有流失句，低風險只有百分之一點八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580644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分數＝作者 p_churn 最大值 × 0.6 ＋（命中規則數／8）× 0.4。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高風險作者 74% 有流失句，低風險 1.8%。</a:t>
            </a:r>
          </a:p>
        </p:txBody>
      </p:sp>
      <p:pic>
        <p:nvPicPr>
          <p:cNvPr id="7" name="Picture 6" descr="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987552"/>
            <a:ext cx="5349240" cy="250745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3593592"/>
          <a:ext cx="11356848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【待補：B 的 PB-08】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【待補：B 的 PB-08】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【待補：B 的 PB-08】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【待補：B 的 PB-08】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【待補：B 的 PB-08】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【待補：B 的 PB-08】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【待補：B 的 PB-08】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2489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【待補：B 的 PB-08】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 §2、reports/T1_dcard_verify_report.md、T2、T3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先寬鬆抓住，再帶上下文複核；九個面向已經全量標完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57%，先把可能流失的句子留住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3024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Mobile01、PTT 用 Sonnet；Dcard 5,355 句用 GPT-5.6 Sol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408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句，c≥2 一致率 98.4%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724912"/>
            <a:ext cx="11356848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同時標九個面向、替代選項，和車主特徵（車型、是否過保）。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流失原因裡標成「其他」的 396 句再細分；真正沒有原因的殘餘剩 4 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3639312"/>
            <a:ext cx="11356848" cy="77724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749039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【待補：人工標註 300 句 A/B κ 與三模型對人工指標（9/29）】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來源：reports/T8_r4_report.md；圖 F6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8412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 4B 比雲端 Haiku 更會把流失句找回來，而且不生成文字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1261872"/>
          <a:ext cx="5623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2615184"/>
            <a:ext cx="56235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句測試集。r4 原值 P 0.617、R 0.769、κ 0.642（T8 ep2）。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3090672"/>
            <a:ext cx="562356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</p:txBody>
      </p:sp>
      <p:pic>
        <p:nvPicPr>
          <p:cNvPr id="9" name="Picture 8" descr="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261872"/>
            <a:ext cx="54864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來源：reports/T10_risk_persona_report.md、reports/T8_r4_report.md、專案架構 §2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靜默出走別隊看不到；分數說得出是哪條規則，也能回到原句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別隊若只看客訴，看不到這群沒抱怨就離開的人。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機率可解釋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輸出各等級機率，並標出命中的規則，不是一顆黑箱分數。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CRM 資料不能出門。8 GB 顯卡可訓可推，零 API 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數字回得去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每個比率有檢定或區間，也能回到去識別原句。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 §2 L6–L7、knowledge/lexus_aftersales_kb.md（40 條）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8412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先對上是誰、在什麼時候開口；話術範例還等 Sprint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1261872"/>
          <a:ext cx="1135684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127248"/>
                <a:gridCol w="3127248"/>
                <a:gridCol w="3136392"/>
              </a:tblGrid>
              <a:tr h="466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66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【待補：Sprint 3 生成範例】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【待補：Sprint 3 生成範例】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【待補：Sprint 3 生成範例】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466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【待補：Sprint 3 生成範例】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【待補：Sprint 3 生成範例】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【待補：Sprint 3 生成範例】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466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【待補：Sprint 3 生成範例】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【待補：Sprint 3 生成範例】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【待補：Sprint 3 生成範例】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46634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【待補：Sprint 3 生成範例】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【待補：Sprint 3 生成範例】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【待補：Sprint 3 生成範例】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3730752"/>
            <a:ext cx="11356848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 → 判 Persona → 生成 → 人工審核 → 投遞 → KPI 回饋。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知識庫已備 40 條。價格與保固只引用有 URL 的條目，不能拿口述中位數當官方定價。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來源：iPAS導入對照_2026-09-25.md §2.1–2.2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技術與語料已在手上；要守的是代表性、個資，和生成亂編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3492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5093207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只靠客訴與回廠才知道流失，改成輿情加 CRM 提前辨識。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066543"/>
            <a:ext cx="53492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39696"/>
            <a:ext cx="5093207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監督分類、分群、RAG 都有原型。CRM 欄位對照仍空著。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45536"/>
            <a:ext cx="53492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18688"/>
            <a:ext cx="5093207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推論零 API 費，本機 8 GB 可跑。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【待補：成本與回收期】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224528"/>
            <a:ext cx="53492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5093207" cy="8595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代表性、雙模型、個資、生成幻覺。對策在右表。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52744" y="987552"/>
          <a:ext cx="5824727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3675887"/>
              </a:tblGrid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兩個複核模型並存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揭露。重疊 3,760 句，c≥2 一致率 98.4%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母體是論壇發言者，不是全體車主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遮蔽 517 次；抽查 50 句漏網 0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生成幻覺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價格與保固只引用知識庫，並人工審核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來源：iPAS導入對照_2026-09-25.md §2.4；現況數字見 T8、T10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延遲和判準已有現況；業務目標與導入週數都還沒填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943600"/>
                <a:gridCol w="3950208"/>
              </a:tblGrid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系統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每句 0.7 秒。可用率 </a:t>
                      </a: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【待補：可用率現況】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【待補：目標值】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應用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0.685、κ 0.64；校準見 P10 的 F6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【待補：目標值】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業務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【待補：業務現況】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C05600"/>
                          </a:solidFill>
                          <a:latin typeface="Arial"/>
                          <a:ea typeface="微軟正黑體"/>
                          <a:cs typeface="Arial"/>
                        </a:rPr>
                        <a:t>【待補：目標值】</a:t>
                      </a:r>
                    </a:p>
                  </a:txBody>
                  <a:tcPr anchor="ctr" marL="73152" marR="54864" marT="36576" marB="27432"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問題定義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3939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7091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資料準備與標註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7254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0406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模型訓練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0569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3721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驗證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93884" y="2953512"/>
            <a:ext cx="2183587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67036" y="3081528"/>
            <a:ext cx="2037283" cy="1444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部署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【待補：週數】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 補充資料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 repo reports/T1–T11；GitHub 私有庫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報告、模型紀錄與程式都在；畫面截圖留到決賽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11064240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GitHub（private，評審需要時開）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https://github.com/xxx789666/hotai-ai-hackathon-lexus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377440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432304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T1　Dcard 複核（c≥2 一致率 98.4%）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377440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432304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T2　「其他」396 句細分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907792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962656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T3　靜默出走 186 句；殘餘 4 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907792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962656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T4　LLM2Jev 試點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3438144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493008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T5–T6　QLoRA 診斷（未採用）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438144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493008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T7　品質、去識別、統計檢定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" y="3968496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4023359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T8　r4 決策模型（F1 0.685）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3968496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023359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T10　風險分級與四個 Persona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" y="4498848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553712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T11　口述價格（非官方定價）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3912" y="4498848"/>
            <a:ext cx="5623560" cy="457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553712"/>
            <a:ext cx="54406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T9　人工評估尚未產出（見 P9）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" y="5148072"/>
            <a:ext cx="11356848" cy="658368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248656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【待補：Prototype 畫面截圖（決賽）】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5852160"/>
            <a:ext cx="1135684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Model Card 與匿名化紀錄放附錄（T8、T7 去識別報告），不計入 15 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