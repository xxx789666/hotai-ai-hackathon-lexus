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售後人走了才知道，三個前兆是過保、刪項、間隔拉長。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IQR 定 78 字門檻，上游已去掉 15,182 句重複。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兩個迴路：洞察每天進報告池，關懷由事件觸發，人審核過才投遞。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 用規則定義。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位有 1 位在找出口，多數沒抱怨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13385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862072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三站差異顯著（χ²=99.5）。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母體為論壇發言者。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來源：統計檢定報告（T7）；Dcard 偏購車階段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987552"/>
            <a:ext cx="608076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三個流失前兆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96712" y="135331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4727" y="146304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保固到期前先找到人。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6712" y="2587752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7" y="269748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未同意的項目，回廠時再問。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6712" y="3822191"/>
            <a:ext cx="6080760" cy="11155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7" y="3931920"/>
            <a:ext cx="582472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間隔超過建議週期就提醒。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流失率最高：零件供應 17.3%、價格 15.0%。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最低：銷售交車 1.4%。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態度負面占 61%，流失只有 4.7%。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5918454"/>
            <a:ext cx="1135684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對應接觸點：待料通知（R5），話術見附錄 A3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去向：一般外廠 736 句、自備料 234、DIY 135。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可複選；母體 1,671 句流失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 62 句，保固內僅 17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定保口述價：原廠 9,000、外廠 3,500。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論壇口述中位數，非公告價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來源：題目選擇分析、資料品質報告（T7）、去識別報告（T7）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異常值＝超過 78 字的長句，占 7.77%。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91440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594131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分母：高、中風險 1,280 人。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未分類 199 人列觀察名單，不投遞。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Persona 為規則定義，每項可回溯原句。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風險分＝模型機率占 6 成＋規則命中占 4 成。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511 人，平均風險 0.73 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98755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56616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57607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227832"/>
            <a:ext cx="11356848" cy="132588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19272"/>
            <a:ext cx="1106424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句：本機模型 F1 0.82，與 Sonnet 同級。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只有 F1 0.50。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限制：正例僅 9 句，召回區間 0.45–0.94。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34086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3385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句售後語料。先寬鬆標，再帶上下文複核。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只取下一詞機率。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用 QLoRA r=16。過採樣到四成；2 epoch、8 GB、5 小時。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23367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30682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 P、R 與五段校準。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55955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架構沿用開源 LLM2Jev。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最高信心桶命中約七成，見附錄。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只看客訴，看不到沒抱怨就走的人。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輸出各級機率，並標出命中規則。不是黑箱分數。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每個比率有檢定或區間。也能回到去識別原句。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您好，提醒您，Lexus尊榮安檢提供25項原廠標準檢查，全年免費。一般使用建議每…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4754880"/>
            <a:ext cx="11356848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全文與查核見附錄 A3。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客訴結案後 7 天回訪，見附錄 A5。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 → 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費。人力改花在審名單、審話術。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五項主要風險，對策見右表。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 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28416"/>
            <a:ext cx="11356848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100816" cy="10607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小時可重訓。人工審核回饋持續再訓練。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572000"/>
            <a:ext cx="2183587" cy="960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608576"/>
            <a:ext cx="2073859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577840"/>
            <a:ext cx="1135684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 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36）；16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 報告（T10）、本機模型報告（T8）、趨勢報告（T15）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官方帳號推播　　引用條目：9、26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您好，您的愛車目前還在等零件，進度尚未確定；有進一步消息時，我們會再與您聯繫。 自費更換的正廠零件，保證為自更換日起2年或行駛50,000公里以內，以先到者為準。若想查詢進度，可撥顧客服務專線0800-036-036。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渠道：服務廠專員電話腳本　　引用條目：26、57、65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您好，讓您久等了，很抱歉。我是您的服務專員，目前零件仍在等料中，有進一步消息我會再與您聯繫。若因零件缺料，車輛無法行駛或有行車安全疑慮，且留廠達 72 小時以上，才在維修期間提供免費代步車；板金或噴漆不提供。現車需視各廠車輛調度實況而定。您也可聯絡我，或撥免付費顧客服務專線 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6/6；重生成 0 次；生成次數 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 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渠道：專員電話腳本　　引用條目：21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25項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447288"/>
            <a:ext cx="11356848" cy="2331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520440"/>
            <a:ext cx="11064240" cy="22037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渠道：LINE 一對一　　引用條目：65、73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查核：通過；supported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