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由輿情到回廠：產出一看見誰有風險，產出二經人工核准後關懷。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內網地端部署，四級監控設門檻，不達標就重訓；四個部門分工，每月共審。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；Haiku 初篩＋Sonnet／GPT 複核（兩段式標註）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17–24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5544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042416"/>
            <a:ext cx="46634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Mobile01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PTT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Dcard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864" y="1042416"/>
            <a:ext cx="473659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公開輿情能在車主離開原廠之前先辨識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54496"/>
            <a:ext cx="8723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兩份產出，一個閉環：每日洞察 → 人工核准的關懷 → 結果回寫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456" y="6254496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各章節頁碼見第 2 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944368"/>
            <a:ext cx="384048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12096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公開論壇輿情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816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看見誰有風險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322097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四種客群，過保精算派 511 人</a:t>
            </a:r>
          </a:p>
        </p:txBody>
      </p:sp>
      <p:cxnSp>
        <p:nvCxnSpPr>
          <p:cNvPr id="22" name="chart-sep"/>
          <p:cNvCxnSpPr/>
          <p:nvPr/>
        </p:nvCxnSpPr>
        <p:spPr>
          <a:xfrm>
            <a:off x="2414016" y="371703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32304" y="397535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高風險議題分析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零件等料 17.3%、價格 15.0%</a:t>
            </a:r>
          </a:p>
        </p:txBody>
      </p:sp>
      <p:cxnSp>
        <p:nvCxnSpPr>
          <p:cNvPr id="25" name="chart-sep"/>
          <p:cNvCxnSpPr/>
          <p:nvPr/>
        </p:nvCxnSpPr>
        <p:spPr>
          <a:xfrm>
            <a:off x="2414016" y="447141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432304" y="472973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整體市場輿情洞察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句售後語料，日週季報</a:t>
            </a:r>
          </a:p>
        </p:txBody>
      </p:sp>
      <p:cxnSp>
        <p:nvCxnSpPr>
          <p:cNvPr id="28" name="chart-sep"/>
          <p:cNvCxnSpPr/>
          <p:nvPr/>
        </p:nvCxnSpPr>
        <p:spPr>
          <a:xfrm>
            <a:off x="2414016" y="522579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432304" y="548411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使用的 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本機模型，F1 0.685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1888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5875">
            <a:solidFill>
              <a:srgbClr val="E3A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溝通計畫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對的人、對的時機、說對的話，人工核准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2097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四種客群配三種進廠時機</a:t>
            </a:r>
          </a:p>
        </p:txBody>
      </p:sp>
      <p:cxnSp>
        <p:nvCxnSpPr>
          <p:cNvPr id="36" name="chart-sep"/>
          <p:cNvCxnSpPr/>
          <p:nvPr/>
        </p:nvCxnSpPr>
        <p:spPr>
          <a:xfrm>
            <a:off x="6419088" y="371703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37376" y="397535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則話術對 76 條條款查核</a:t>
            </a:r>
          </a:p>
        </p:txBody>
      </p:sp>
      <p:cxnSp>
        <p:nvCxnSpPr>
          <p:cNvPr id="39" name="chart-sep"/>
          <p:cNvCxnSpPr/>
          <p:nvPr/>
        </p:nvCxnSpPr>
        <p:spPr>
          <a:xfrm>
            <a:off x="6419088" y="447141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37376" y="472973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精準接觸點規劃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三個接觸點＋客訴第 7 天回訪</a:t>
            </a:r>
          </a:p>
        </p:txBody>
      </p:sp>
      <p:cxnSp>
        <p:nvCxnSpPr>
          <p:cNvPr id="42" name="chart-sep"/>
          <p:cNvCxnSpPr/>
          <p:nvPr/>
        </p:nvCxnSpPr>
        <p:spPr>
          <a:xfrm>
            <a:off x="6419088" y="522579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37376" y="548411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方案運作流程圖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雙迴路，人工核准才投遞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66960" y="3794760"/>
            <a:ext cx="274320" cy="40233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9614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點擊・預約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寫回 CRM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回頭校正門檻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</a:t>
            </a:r>
            <a:br/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分級方向可信：高風險 74% 真有流失句，低風險只有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74320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98064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49884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53712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98.4%，是兩段標註一致率，不是準確率。九面向標完，殘餘僅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575304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30168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初篩召回約 57%，所以第二段複核不能省；人工金標 300 句、正例僅 9 句，0.82 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內網單機可訓可推（每句 0.7 秒）；正式規格見附錄 A6。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沒抱怨就找出口；只看客訴看不到這群人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高風險確有流失句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人中 74% 有流失句，低風險 1.8%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API 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內網自有 GPU，每句 0.7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R1–R8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每項可回溯原句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命中規則與機率一起標出，每句回得到去識別原句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4151376"/>
          <a:ext cx="1135684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內網自有 GPU，每句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您好，提醒您，愛車保固即將屆滿。新車基本保證為自交車日起4年或行駛120,000公里，以先到者為準；自交車日起至4年或12萬公里保證到期前，連續準時8次…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1、52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CRM。法規只用去識別版。客群寫成可回溯規則，跨部門月審。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規則定義、可回溯原句；每月跨部門工作小組覆核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模型，地端部署、API 封裝；GPU 伺服器建議規格見附錄 A6，零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日／週／月／季監控；不達標即重訓（附錄 A6）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77647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【】為專員填寫欄位，刻意保留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A6 部署與閉環（不計入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地端部署、四級監控、不達標即重訓：監控到再訓練閉環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5120640"/>
            <a:ext cx="11356848" cy="13350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7550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跨部門分工　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每月跨部門工作小組；共同指標＝高風險車主 12 個月回廠率（上線後母體是 CRM 車主）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業務行銷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定三層 KPI 與客群策略，每月審高風險名單。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服務廠／客服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審核與投遞話術，回收退件與客訴案例（Human-in-the-Loop）。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法務風險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去識別流程、條款引用、拒收名單與頻率上限審查。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59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地端部署、API、權限、備援與版本替換。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6510528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以上為導入設計，尚未實作；週期與門檻取自 L7 運作流程草稿第 6 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987552"/>
            <a:ext cx="5120640" cy="40416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042416"/>
            <a:ext cx="48646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部署架構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1316736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362456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部署位置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和泰內網地端（私有雲），資料不出門；論壇文字只做研究語料，上線改用工單與客訴文字。建議規格：GPU 伺服器 2 台（主＋備援），各 2× L40S 48 GB、256 GB RAM、2 TB NVMe；試行可先用 1 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88164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33884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服務封裝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自有 4B 模型（r4）包成內網 API，四個端點：流失判斷、風險分、Persona（客群輪廓）、RAG 話術。CRM／DMS 每日批次呼叫，溝通佇列即時呼叫；每句約 0.7 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259592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05312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權限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依角色分權：服務廠專員只審核與投遞，AI 團隊調門檻與重訓，法務查條款引用與拒收名單。投遞紀錄寫回 CRM：時間、渠道、話術版本、審核人。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231020"/>
            <a:ext cx="4901183" cy="74331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76740"/>
            <a:ext cx="4681727" cy="6518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版本管理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每版記錄資料版本、金標 F1／κ、校準表（r4 → r5…）；單張 GPU 數小時可重訓。新版先換單一據點試行，再換全台。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987552"/>
            <a:ext cx="6108192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監控到再訓練閉環</a:t>
            </a: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不達標就重訓、分批替換，再回到監控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79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監控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0588" y="1545336"/>
            <a:ext cx="256031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74051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觸發門檻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59" y="1545336"/>
            <a:ext cx="256033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78824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再訓練／更新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200132" y="1545336"/>
            <a:ext cx="25603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83596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分批替換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130534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316217" y="2084831"/>
            <a:ext cx="4814317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316217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90537" y="1828800"/>
            <a:ext cx="4265676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替換後回到監控；不達標再進下一輪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669279" y="2176272"/>
          <a:ext cx="610819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40864"/>
                <a:gridCol w="1554480"/>
                <a:gridCol w="1572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週期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監控什麼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觸發門檻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動作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投遞量、查核失敗率、投遞失敗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查核失敗率異常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暫停該接觸點，人工檢查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每週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退回與修改的話術樣本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退件集中於同一條目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更新提示詞與知識庫條目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高風險名單命中率（R7 回驗）、輸入句分布漂移（KS 檢定）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命中率下降或分布差異超門檻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調觸發門檻、重評 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300 句人工金標：F1、κ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&lt; 0.8 或 κ &lt; 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重訓下一版，先試行據點再全台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單張 GPU 數小時可重訓；adapter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