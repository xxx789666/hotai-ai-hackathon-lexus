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摘要先給評審：對象是售後決策者，模型在本機，話術還等目標值。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決策者現在靠客訴才知道流失，我們要用輿情把時間往前拉。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真正送走人的是等料和價格，態度罵很多，人卻還留著。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三站切完是二十三萬句，售後兩萬一千句，遮蔽五百多次、抽查沒漏。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兩個迴路：洞察每天進報告池，關懷由事件觸發，人審核過才投遞。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四種人裡過保精算最多；靜默出走沒有抱怨，分群也單獨撐得住。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高風險七成四真有流失句；輿情訊號怎麼對上 CRM，這格還空著。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兩段式補上漏標，Dcard 換模型複核，重疊句一致率達百分之九十八。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大模型標答案、按文章切考卷、四位元微調五小時；人工驗證 F1 零點八二。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模型與語料做得到；要守住的是樣本偏誤、個資，還有生成亂編。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延遲和Ｆ１已經有現況，業務回廠率與導入週數都還是空格。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程式在私有庫，報告從Ｔ１到Ｔ１１，畫面截圖等決賽再補。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初賽提案簡報（v0，2026-09）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645151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33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【待補：KPI 目標值】</a:t>
                      </a: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（框架：高風險車主關懷觸達率、過保後回廠率、留存率；每句判斷 0.7 秒、零 API 費）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來源：reports/T7_stats_tests.md、reports/T3_residual_split_report.md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位在論壇談 Lexus 售後的車主，就有 1 位已在找出口，而且大多沒有抱怨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介於兩者之間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136391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作者層級 χ²=99.5，p&lt;.001（Cramér's V=0.125）。母體是論壇發言者，不是全體車主。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靜默出走：1,671 句流失裡，186 句沒有痛點訊號，只是在找出口。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售後現在是人走了才知道，公開輿情可以把時間往前拉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使用者是售後決策者，以及服務廠的客戶關係人員。誤差線是 Wilson 95% CI。</a:t>
            </a:r>
          </a:p>
        </p:txBody>
      </p:sp>
      <p:pic>
        <p:nvPicPr>
          <p:cNvPr id="11" name="Picture 10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987552"/>
            <a:ext cx="6080760" cy="2850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等料和價格才把人送走；態度抱怨很多，人卻很少真的離開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17.3%（勝算比 2.58）、價格 15.0%（勝算比 2.64），是流失率最高的兩面向。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 1.4%（勝算比 0.15）最低。分母是全部 21,183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 61%，流失卻只有 4.7%：抱怨多，不等於人會走。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來源：reports/T10_risk_persona_report.md（F3）、專案架構 §0.1、reports/T11_kb_prices_report.md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人主要去一般外廠；過保之後，口述價差把人推出去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 736、自備料 234、DIY 135。一句可以多選，母體是 1,671 句流失。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標得到保固狀態的流失句：過保 62，保固內 17。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口述中位，不是定價：定保原廠 9,000 對外廠 3,500；機油 5,000 對 1,950。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 §6.5、reports/T7_data_quality.md、reports/T7_deid_report.md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三站售後語料已經齊，品質門檻過了，句子也去過識別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異常值是字數超過 Q3+1.5×IQR 的句子，門檻 78 字，占 7.77%。上游已先去掉 15,182 句重複。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來源：L7運作流程_2026-09-30.md、專案架構_2026-09-23.md §2；圖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兩個迴路：洞察每日進報告池；關懷由事件觸發，人工核准後才投遞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18872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621563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§6（例句為去識別版）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四種流失樣貌裡，最多的是過保之後還在算價格的人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3849624"/>
            <a:ext cx="1135684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規則指派，分母是高／中風險 1,280 人。另有未分類 199 人（15.5%）。分群只獨立支持靜默出走者（78% 在同一群）。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§2；圖 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高風險作者七成四真的有流失句，低風險只有百分之一點八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8064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分數＝作者 p_churn 最大值 × 0.6 ＋（命中規則數／8）× 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</p:txBody>
      </p:sp>
      <p:pic>
        <p:nvPicPr>
          <p:cNvPr id="7" name="Picture 6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987552"/>
            <a:ext cx="5349240" cy="25074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93592"/>
          <a:ext cx="1135684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保固到期日（4 年／12 萬）、延保購買狀態：到期前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 vs 實收、拒絕估價項目、滿意度價格題：連續 2 次拒項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 vs 建議週期、預約取消、App 查據點未預約：逾期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工單自備零件／機油註記、只做換油套餐、金額逐次下降 &gt;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零件待料天數、待料改期次數：待料 &gt; 7 天或同車 ≥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天內同項目重複進廠、技術客訴、召回未完成：comeback ≥ 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個月無工單、過戶／退出會員、App 長期未開啟（驗證用）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貶損者（0–6）且 12 個月內有客訴、推薦計畫無紀錄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879592"/>
            <a:ext cx="1135684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 §2、reports/T1_dcard_verify_report.md、T2、T3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先寬鬆抓住，再帶上下文複核；九個面向已經全量標完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同時標九個面向、替代選項，和車主特徵（車型、是否過保）。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流失原因裡標成「其他」的 396 句再細分；真正沒有原因的殘餘剩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639312"/>
            <a:ext cx="11356848" cy="77724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49039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句（9/29）：兩人 κ 0.40，仲裁後隨機層 150 句以人工為準：r4 F1 0.82／κ 0.81 與 Sonnet 相同，Haiku F1 0.50；正例僅 9 句，召回 CI 0.45–0.94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來源：reports/T8_r4_report.md；圖 F6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 4B 比雲端 Haiku 更會把流失句找回來，而且不生成文字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126187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615184"/>
            <a:ext cx="5623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句測試集。r4 原值 P 0.617、R 0.769、κ 0.642（T8 ep2）。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90672"/>
            <a:ext cx="5623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pic>
        <p:nvPicPr>
          <p:cNvPr id="9" name="Picture 8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261872"/>
            <a:ext cx="5486400" cy="25717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爬蟲→清洗去重→切句→關鍵詞篩選得 21,183 句；LLM-as-labeler 兩段式：Haiku 初篩、Sonnet／GPT 帶上下文複核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按 doc_id：600 句 held-out 測試集整篇排除；驗證 1,096、訓練池 9,431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多類別→二元候選：流失四級拆成四個 yes/no 題，prefill-only 只取下一 token 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NF4 4-bit QLoRA（r=16）；類別不平衡用過採樣至四成；2 epoch、8 GB VRAM、5 小時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P／R／F1／Cohen's κ；五段 reliability bins；人工金標 300 句：隨機層 F1 0.82、κ 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83387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做法沿用 jev 的 System-One 思路（LLM2Jev 開源框架，prefill-only 只出機率），非 jev 官方模型；機率校準以測試集五段分箱事後驗證（最高信心桶約七成為真正例），尚未達官方宣稱水準。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來源：reports/T10_risk_persona_report.md、reports/T8_r4_report.md、專案架構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靜默出走別隊看不到；分數說得出是哪條規則，也能回到原句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別隊若只看客訴，看不到這群沒抱怨就離開的人。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輸出各等級機率，並標出命中的規則，不是一顆黑箱分數。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顯卡可訓可推，零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每個比率有檢定或區間，也能回到去識別原句。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來源：knowledge/generated_examples.md、reports/T14_generation_report.md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先對上是誰、在什麼時候開口；十二則話術已對過知識庫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您好，您的愛車保固即將屆滿，新車基本保證為自交車日起4年或120,000公里，以…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一般使用建議每六個月回廠保養；若半年超過一萬公里，則以每一萬公里為週期。您可依實…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您好，我是Lexus服務廠專員。您上次有未同意的估價項目，因此致電說明；是否回廠…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您的保固即將屆滿，目前仍在保固窗口內，可先核對新車基本保證範圍；準時定保與否會影…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Lexus尊榮安檢提供25項原廠標準檢查，全年免費。一般使用建議每半年回廠保養及…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針對您上次未同意的項目，是否處理仍由您決定。若想再確認車況，可預約回廠接受全年免…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保固即將屆滿，這則官方資訊可轉述給車友：新車基本保證為交車日起4年或120,00…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這份說明可供您轉傳：一般使用建議每半年定期保養；若半年超過一萬公里，建議每一萬公…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您好，提供一則可安心轉述的官方資訊：自費於Lexus服務廠更換的正廠零件，除消耗…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您的愛車保固即將屆滿，仍可核對自交車日起4年或行駛120,000公里的新車基本保…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若距上次保養已有一段時間，可依一般使用每半年或每一萬公里的週期，視用車狀況安排回…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若您想安排回廠，可透過官網或App預約，於回廠前1天以上選擇合適時段；預約保留2…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5266944"/>
            <a:ext cx="1135684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則皆通過知識庫事實查核，人工審核後才投遞。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完整文字、引用條目與查核見附錄 knowledge/generated_examples.md。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§2.1–2.2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技術與語料已在手上；要守的是代表性、個資，和生成亂編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只靠客訴與回廠才知道流失，改成輿情加 CRM 提前辨識。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66543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監督分類、分群、RAG 都有原型。CRM 欄位對照仍空著。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45536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推論零 API 費，本機 8 GB 可跑。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【待補：成本與回收期】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24528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代表性、雙模型、個資、生成幻覺。對策在右表。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52744" y="987552"/>
          <a:ext cx="582472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675887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兩個複核模型並存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揭露。重疊 3,760 句，c≥2 一致率 98.4%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母體是論壇發言者，不是全體車主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遮蔽 517 次；抽查 50 句漏網 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生成幻覺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價格與保固只引用知識庫，並人工審核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§2.4；現況數字見 T8、T10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延遲和判準已有現況；業務目標與導入週數都還沒填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3950208"/>
              </a:tblGrid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系統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每句 0.7 秒。可用率 </a:t>
                      </a: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【待補：可用率現況】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應用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0.685、κ 0.64；校準見 P10 的 F6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業務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【待補：業務現況】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問題定義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393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709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資料準備與標註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25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040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模型訓練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372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驗證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9388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703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部署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 repo reports/T1–T11；GitHub 私有庫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報告、模型紀錄與程式都在；畫面截圖留到決賽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1106424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GitHub（private，評審需要時開）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https://github.com/xxx789666/hotai-ai-hackathon-lexus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　Dcard 複核（c≥2 一致率 98.4%）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T2　「其他」396 句細分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T3　靜默出走 186 句；殘餘 4 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T4　LLM2Jev 試點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T5–T6　QLoRA 診斷（未採用）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T7　品質、去識別、統計檢定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T8　r4 決策模型（F1 0.685）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T10　風險分級與四個 Persona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T11　口述價格（非官方定價）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T9　人工評估尚未產出（見 P9）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" y="5148072"/>
            <a:ext cx="11356848" cy="658368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248656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【待補：Prototype 畫面截圖（決賽）】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5852160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Model Card 與匿名化紀錄放附錄（T8、T7 去識別報告），不計入 15 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來源：reports/T8_r4_report.md、T9_human_eval.md、T10_risk_persona_report.md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72 條官網＋手冊條目；12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