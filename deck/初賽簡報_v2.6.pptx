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售後人走了才知道，三個前兆是過保、刪項、間隔拉長。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IQR 定 78 字門檻，上游已去掉 15,182 句重複。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兩個迴路：洞察每天進報告池，關懷由客訴結案等事件觸發，審核後才投遞。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附錄四張圖：來源差異、風險分布、校準曲線，和季趨勢預警。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位有 1 位在找出口，多數沒抱怨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862072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三站差異顯著（χ²=99.5）。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母體為論壇發言者。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Persona（客群輪廓）、在對的接觸點說對的話。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來源：統計檢定報告（T7）；Dcard 偏購車階段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987552"/>
            <a:ext cx="6080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三個流失前兆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6712" y="135331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7" y="146304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保固到期前先找到人。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6712" y="258775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7" y="269748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未同意的項目，回廠時再問。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3822191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7" y="393192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間隔超過建議週期就提醒。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流失率最高：零件供應 17.3%、價格 15.0%。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最低：銷售交車 1.4%。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態度負面占 61%，流失只有 4.7%。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5918454"/>
            <a:ext cx="11356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對應接觸點：待料通知（R5），話術見附錄 A3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去向：一般外廠 736 句、自備料 234、DIY 135。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可複選；母體 1,671 句流失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 62 句，保固內僅 17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定保口述價：原廠 9,000、外廠 3,500。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論壇口述中位數，非公告價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來源：題目選擇分析、資料品質報告（T7）、去識別報告（T7）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異常值＝超過 78 字的長句，占 7.77%。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914400"/>
            <a:ext cx="10607040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5941314"/>
            <a:ext cx="113568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八層對應：L0 蒐集　L1 前處理　L2 標註　L3 決策模型　L4 風險辨識　L5 Persona（客群輪廓）　L6 RAG 生成　L7 接觸點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8708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987552"/>
            <a:ext cx="5586983" cy="314267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624" y="4882895"/>
            <a:ext cx="1135684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分母：高、中風險 1,280 人。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未分類 199 人列觀察名單，不投遞。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Persona（客群輪廓）為規則定義，每項可回溯原句。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598932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風險分＝模型機率占 6 成＋規則命中占 4 成。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511 人，平均風險 0.73 最高。</a:t>
            </a:r>
          </a:p>
        </p:txBody>
      </p:sp>
      <p:pic>
        <p:nvPicPr>
          <p:cNvPr id="7" name="Picture 6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72" y="987552"/>
            <a:ext cx="4421632" cy="248716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566160"/>
          <a:ext cx="113568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624" y="57607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227832"/>
            <a:ext cx="11356848" cy="132588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19272"/>
            <a:ext cx="110642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句：本機模型 F1 0.82，與 Sonnet 同級。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只有 F1 0.50。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限制：正例僅 9 句，召回區間 0.45–0.94。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340864"/>
            <a:ext cx="5623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2880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133856"/>
            <a:ext cx="5212080" cy="2606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句售後語料。先寬鬆標，再帶上下文複核。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366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25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98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只取下一詞機率。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用 QLoRA r=16。過採樣到四成；2 epoch、8 GB、5 小時。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388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 P、R 與五段校準。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5559552"/>
            <a:ext cx="113568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架構沿用開源 LLM2Jev。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最高信心桶命中約七成，見附錄。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只看客訴，看不到沒抱怨就走的人。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輸出各級機率，並標出命中規則。不是黑箱分數。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每個比率有檢定或區間。也能回到去識別原句。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4754880"/>
            <a:ext cx="11356848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全文與查核見附錄 A3。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客訴結案後 7 天回訪，見附錄 A5。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 → 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03120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15798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218688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27355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費。人力改花在審名單、審話術。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334256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389120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五項主要風險，對策見右表。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名單一次性產出；16 則已查核、待人工審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28416"/>
            <a:ext cx="11356848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10081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小時可重訓。人工審核回饋持續再訓練。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5577840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669280" cy="2657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699890"/>
            <a:ext cx="5669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兩個迴路、四個資料庫、五個 Dashboard。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報告 T1–T15 與程式在私有庫，評審需要時開。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987552"/>
            <a:ext cx="5522976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4496" y="987552"/>
            <a:ext cx="5522976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24128"/>
            <a:ext cx="534009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481328"/>
            <a:ext cx="5266944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5084064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　H-7F3A　　風險　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　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　R1 過保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651760"/>
            <a:ext cx="5266944" cy="123444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724912"/>
            <a:ext cx="5084064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話術草稿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 1、13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8640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8640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4768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4768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599432"/>
            <a:ext cx="5266944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決賽提供可操作版。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未核准不投遞。代號為示意，不是論壇帳號。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24528"/>
                <a:gridCol w="4754880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36）；16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Persona（客群輪廓）報告（T10）、本機模型報告（T8）、趨勢報告（T15）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來源差異、風險分布、校準曲線，與季趨勢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87552"/>
            <a:ext cx="4242816" cy="2386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F2　Mobile01 18.2%、PTT 14.1%、Dcard 6.8%（作者流失率）。</a:t>
            </a:r>
          </a:p>
        </p:txBody>
      </p:sp>
      <p:pic>
        <p:nvPicPr>
          <p:cNvPr id="8" name="Picture 7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87552"/>
            <a:ext cx="4242816" cy="2386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134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F4　高風險 1,049 人（16.4%）；約八成作者在低風險。</a:t>
            </a:r>
          </a:p>
        </p:txBody>
      </p:sp>
      <p:pic>
        <p:nvPicPr>
          <p:cNvPr id="10" name="Picture 9" descr="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39896"/>
            <a:ext cx="4242816" cy="2386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F6　最高信心桶 n=71，實際流失 68%（校準曲線）。</a:t>
            </a:r>
          </a:p>
        </p:txBody>
      </p:sp>
      <p:pic>
        <p:nvPicPr>
          <p:cNvPr id="12" name="Picture 11" descr="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718" y="3739896"/>
            <a:ext cx="5091379" cy="2386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8134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F9　季趨勢，日報／週報／季報與 200% 預警。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官方帳號推播　　引用條目：26、65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渠道：服務廠專員電話腳本　　引用條目：26、57、65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6/6；重生成 1 次；生成次數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渠道：專員電話腳本　　引用條目：20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一對一　　引用條目：65、73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